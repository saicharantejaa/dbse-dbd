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19202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/home/claude/img/demo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57200"/>
            <a:ext cx="1737360" cy="62179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5087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B7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82880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Platform with AI Doubt Solver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548640" y="2926080"/>
            <a:ext cx="914400" cy="4572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Koushik S (2520090113)  |  A. Sai Charan Teja (2520080044)  |  Ch. Ganesh (2520090112)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520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10  •  Team 5  •  Trimester 4  •  2026–27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FC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Divya Priya Degala  •  K L (Deemed to be) University, Dept. of CSIT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course-aware doubt solver?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65760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417320"/>
            <a:ext cx="54864" cy="310896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49808" y="152704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18745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get blocked on technical concepts with no timely clarification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answers are often unrelated to the syllabus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persistent storage, the history of doubts and responses is lost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enrollment and instructor communication live in separate silos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417320"/>
            <a:ext cx="420624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1417320"/>
            <a:ext cx="54864" cy="310896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0288" y="15270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90288" y="187452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platform for students and instructors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Course-aware doubt submission with module context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for relational data, MongoDB for flexible assets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for semantic retrieval of course content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SQL: trigger, stored procedure, view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bcrypt security with role-based access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routers → services → repositories backend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Scope &amp; Target Users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25603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16002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745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browse the catalog, enroll, view modules, ask doubts, review history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417320"/>
            <a:ext cx="54864" cy="16002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8745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doubts across assigned courses and inspect course-level analytics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603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417320"/>
            <a:ext cx="54864" cy="16002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Administrator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8745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the role model and security layer for future expansion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80467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00400"/>
            <a:ext cx="54864" cy="13716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3101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scope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6576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catalog, modules and enrollment with duplicate protection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retrieval, answer generation with stored source citations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history, instructor inbox, analytics view, deployment configuration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2560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13716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19 + Vite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 with React Router protected routes; Axios with JWT interceptor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417320"/>
            <a:ext cx="54864" cy="13716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FastAPI + Uvicorn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REST API: routers, services, repositories, Pydantic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60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417320"/>
            <a:ext cx="54864" cy="13716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16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87452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Users, courses, enrollments, doubts, responses; SQLAlchemy async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2971800"/>
            <a:ext cx="2560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71800"/>
            <a:ext cx="54864" cy="13716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081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pgvector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429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VECTOR(1536) embeddings; cosine top-3 search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91840" y="2971800"/>
            <a:ext cx="2560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2971800"/>
            <a:ext cx="54864" cy="13716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93008" y="3081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MongoDB 6+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3493008" y="3429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course_assets and doubt_attachments via Motor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35040" y="2971800"/>
            <a:ext cx="256032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0" y="2971800"/>
            <a:ext cx="54864" cy="13716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236208" y="308152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options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3429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 full stack; Vercel frontend; Render for mock API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572000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pytest, pytest-asyncio, pytest-cov, httpx   •   Security: bcrypt, JWT (python-jose)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pic>
        <p:nvPicPr>
          <p:cNvPr id="4" name="Image 0" descr="/home/claude/img/arch-00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4572000" cy="34198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49240" y="1371600"/>
            <a:ext cx="324612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349240" y="1371600"/>
            <a:ext cx="54864" cy="16002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550408" y="148132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Implemented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550408" y="182880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 → FastAPI service → PostgreSQL + pgvector and MongoDB, containerized with Docker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349240" y="3154680"/>
            <a:ext cx="32461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349240" y="3154680"/>
            <a:ext cx="54864" cy="164592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50408" y="3264408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Illustrative (poster)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550408" y="361188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and extra Node/Express services show the intended distributed direction; the Express API is a demo fallback only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Doubt-Solving (RAG) Flow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Retrieval-oriented, with embedding and answer functions isolated for future LLM swap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874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72768"/>
            <a:ext cx="347472" cy="347472"/>
          </a:xfrm>
          <a:prstGeom prst="ellipse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picks course/module and submits a question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1463040"/>
            <a:ext cx="1874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15768" y="1572768"/>
            <a:ext cx="347472" cy="347472"/>
          </a:xfrm>
          <a:prstGeom prst="ellipse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157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/doubts stores the doubt row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463040"/>
            <a:ext cx="1874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73168" y="1572768"/>
            <a:ext cx="347472" cy="347472"/>
          </a:xfrm>
          <a:prstGeom prst="ellipse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731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deterministic 1536-d embedding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20840" y="1463040"/>
            <a:ext cx="1874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30568" y="1572768"/>
            <a:ext cx="347472" cy="347472"/>
          </a:xfrm>
          <a:prstGeom prst="ellipse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3056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201168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cosine search returns top 3 chunks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017520"/>
            <a:ext cx="1874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8368" y="3127248"/>
            <a:ext cx="347472" cy="347472"/>
          </a:xfrm>
          <a:prstGeom prst="ellipse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5661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from knowledge base or retrieved sentences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06040" y="3017520"/>
            <a:ext cx="1874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15768" y="3127248"/>
            <a:ext cx="347472" cy="347472"/>
          </a:xfrm>
          <a:prstGeom prst="ellipse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15768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743200" y="35661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+ source rows inserted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3017520"/>
            <a:ext cx="1874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773168" y="3127248"/>
            <a:ext cx="347472" cy="347472"/>
          </a:xfrm>
          <a:prstGeom prst="ellipse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73168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800600" y="35661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marks doubt as answered; commit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720840" y="3017520"/>
            <a:ext cx="18745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30568" y="3127248"/>
            <a:ext cx="347472" cy="347472"/>
          </a:xfrm>
          <a:prstGeom prst="ellipse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30568" y="3127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356616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returns answer, confidence, citations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457200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Doubt, response and source rows commit as one transaction – no half-written answers.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Diagram &amp; Database Design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pic>
        <p:nvPicPr>
          <p:cNvPr id="4" name="Image 0" descr="/home/claude/img/er-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94960" cy="35935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126480" y="1325880"/>
            <a:ext cx="246888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126480" y="1325880"/>
            <a:ext cx="54864" cy="347472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327648" y="143560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Highlights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327648" y="1783080"/>
            <a:ext cx="2103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PostgreSQL entities with FKs and UNIQUE constraints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in a dedicated table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and sources stored separately for provenance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collections linked by logical IDs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Advanced SQL Objects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2560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18288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Trigger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74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trg_mark_doubt_answered sets the parent doubt to answered after a response insert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417320"/>
            <a:ext cx="54864" cy="18288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Stored procedure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874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enroll_student(student, course) inserts only if the pair is new – idempotent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60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417320"/>
            <a:ext cx="54864" cy="18288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View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87452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course_doubt_analytics: total, pending, answered, escalated per course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429000"/>
            <a:ext cx="39319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9000"/>
            <a:ext cx="54864" cy="128016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5387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3886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fact stored once; junction table for sources; suited to 3NF/BCNF reasoning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3429000"/>
            <a:ext cx="39319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429000"/>
            <a:ext cx="54864" cy="128016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64608" y="353872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Transactions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864608" y="388620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+ response + sources commit together; indexes speed common joins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&amp; API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338328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310896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27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Backend design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74520"/>
            <a:ext cx="30175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app/main.py → routers → services → repositories → PostgreSQL/MongoDB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hashes passwords with bcrypt and returns a JWT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token carries user id and role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require_role() guards instructor/admin analytics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Axios interceptor adds Bearer token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417320"/>
          <a:ext cx="448056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2103120"/>
                <a:gridCol w="16002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7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73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732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/auth/register, /auth/login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user / get JWT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/courses, /courses/{id}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Catalog and course tree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/courses/{id}/analytics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Instructor/admin analytics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GET/POST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/enrollments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/ enroll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/doubts?studentId=|instructorId=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History / inbox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/doubts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 doubt, run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/health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327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3931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310896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270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/ login with roles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enrolled courses, doubt counts, recent inquiries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course catalog and course detail with modules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enrollment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Doubt Solver with confidence and source cards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Doubts ledger with answered / pending / escalated filters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931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417320"/>
            <a:ext cx="54864" cy="310896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608" y="15270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Instructor &amp; analytics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Role-protected Doubt Inbox across the instructor’s courses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for total, answered, pending and escalated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course_doubt_analytics endpoint restricted to instructor/admin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“catalog and ledger” interface instead of a chatbot look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Screenshots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229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LearnAI – running application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pic>
        <p:nvPicPr>
          <p:cNvPr id="6" name="Image 0" descr="/home/claude/img/s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132" y="1371600"/>
            <a:ext cx="2355617" cy="1325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73405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218688" y="137160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pic>
        <p:nvPicPr>
          <p:cNvPr id="9" name="Image 1" descr="/home/claude/img/s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8688" y="1429543"/>
            <a:ext cx="2514600" cy="12099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18688" y="273405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888736" y="137160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pic>
        <p:nvPicPr>
          <p:cNvPr id="12" name="Image 2" descr="/home/claude/img/s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1423315"/>
            <a:ext cx="2514600" cy="122244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888736" y="273405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Catalog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548640" y="315468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pic>
        <p:nvPicPr>
          <p:cNvPr id="15" name="Image 3" descr="/home/claude/img/s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213267"/>
            <a:ext cx="2514600" cy="120870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48640" y="45171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 Solver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3218688" y="315468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pic>
        <p:nvPicPr>
          <p:cNvPr id="18" name="Image 4" descr="/home/claude/img/s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3235412"/>
            <a:ext cx="2514600" cy="116441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3218688" y="45171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Doubts</a:t>
            </a:r>
            <a:endParaRPr lang="en-US" sz="1050" dirty="0"/>
          </a:p>
        </p:txBody>
      </p:sp>
      <p:sp>
        <p:nvSpPr>
          <p:cNvPr id="20" name="Shape 13"/>
          <p:cNvSpPr/>
          <p:nvPr/>
        </p:nvSpPr>
        <p:spPr>
          <a:xfrm>
            <a:off x="5888736" y="3154680"/>
            <a:ext cx="251460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pic>
        <p:nvPicPr>
          <p:cNvPr id="21" name="Image 5" descr="/home/claude/img/s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88736" y="3214391"/>
            <a:ext cx="2514600" cy="1206458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5888736" y="4517136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Dashboard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2468880" cy="1280160"/>
          </a:xfrm>
          <a:prstGeom prst="rect">
            <a:avLst/>
          </a:prstGeom>
          <a:solidFill>
            <a:srgbClr val="23272B"/>
          </a:solidFill>
          <a:ln w="12700">
            <a:solidFill>
              <a:srgbClr val="2327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813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B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214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test functions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0" y="1417320"/>
            <a:ext cx="2468880" cy="1280160"/>
          </a:xfrm>
          <a:prstGeom prst="rect">
            <a:avLst/>
          </a:prstGeom>
          <a:solidFill>
            <a:srgbClr val="23272B"/>
          </a:solidFill>
          <a:ln w="12700">
            <a:solidFill>
              <a:srgbClr val="2327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148132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9B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121408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covered: auth, courses, authorization, enrollment, doubts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880360"/>
            <a:ext cx="512064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880360"/>
            <a:ext cx="54864" cy="169164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9900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verified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3337560"/>
            <a:ext cx="4754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Register, duplicate email (409), wrong login (401)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course/doubt (404); analytics without auth (401)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doubt: answer, confidence, source shape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sets persisted status to answered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852160" y="1417320"/>
            <a:ext cx="274320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52160" y="1417320"/>
            <a:ext cx="54864" cy="315468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53328" y="152704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Tooling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053328" y="1874520"/>
            <a:ext cx="23774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pytest-asyncio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httpx async client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Transaction-based DB fixtures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(/docs), ReDoc (/redoc)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listed in poster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Load/security testing is future work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2560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210312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Vercel (frontend)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74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build with SPA route rewrites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dbse-dbd.vercel.app/dashboard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417320"/>
            <a:ext cx="54864" cy="210312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Docker Compose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874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pgvector/pgvector:pg16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frontend services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polyglot demo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60320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417320"/>
            <a:ext cx="54864" cy="210312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 (fallback)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87452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Express mock API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real FastAPI backend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804672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703320"/>
            <a:ext cx="54864" cy="91440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81304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160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DATABASE_URL, MONGO_URL, MONGO_DB_NAME, JWT_SECRET and token expiry via environment variables; .env.example documents them without secrets.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&amp; Limitations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3931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310896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270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Challenges → Solutions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Express → FastAPI migration: layered architecture kept the frontend contract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multi-step doubt creation: single transaction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without an API key: replaceable deterministic embedding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MongoDB async: lazy Motor init, closed on shutdown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39319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417320"/>
            <a:ext cx="54864" cy="310896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4608" y="1527048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187452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are deterministic, not neural semantic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are knowledge-base / template based, not a live LLM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MongoDB asset/attachment CRUD endpoints yet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Spring Boot service in the source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production load, security or observability testing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Enhancements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2560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310896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187452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embeddings (sentence-transformers, OpenAI, Gemini)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LLM answers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calibration, “insufficient context”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Follow-ups, multimodal attachments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60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417320"/>
            <a:ext cx="54864" cy="310896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930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Distributed backend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187452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auth, courses, doubts into services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gateway, service discovery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Queues for embedding ingestion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Caching, logs, metrics, tracing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60320" cy="3108960"/>
          </a:xfrm>
          <a:prstGeom prst="rect">
            <a:avLst/>
          </a:prstGeom>
          <a:solidFill>
            <a:srgbClr val="FFFFFF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1417320"/>
            <a:ext cx="54864" cy="3108960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6208" y="1527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327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&amp; cloud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36208" y="187452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response and escalation workflow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Weak-topic analytics, recommendations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DBs, CI/CD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A72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731520" cy="36576"/>
          </a:xfrm>
          <a:prstGeom prst="rect">
            <a:avLst/>
          </a:prstGeom>
          <a:solidFill>
            <a:srgbClr val="A8732A"/>
          </a:solidFill>
          <a:ln w="12700">
            <a:solidFill>
              <a:srgbClr val="A8732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7863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interface with protected navigation and a FastAPI layered backend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trigger, stored procedure and analytics view; pgvector retrieval with source citations</a:t>
            </a:r>
            <a:endParaRPr lang="en-US" sz="17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schemas, JWT/bcrypt security, 17 automated tests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separation between the implemented system and future AI / distributed enhancements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B7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251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CA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5  •  Guide: Divya Priya Degala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Platform with AI Doubt Solver</dc:title>
  <dc:subject>PptxGenJS Presentation</dc:subject>
  <dc:creator>PptxGenJS</dc:creator>
  <cp:lastModifiedBy>PptxGenJS</cp:lastModifiedBy>
  <cp:revision>1</cp:revision>
  <dcterms:created xsi:type="dcterms:W3CDTF">2026-10-03T07:17:28Z</dcterms:created>
  <dcterms:modified xsi:type="dcterms:W3CDTF">2026-10-03T07:17:28Z</dcterms:modified>
</cp:coreProperties>
</file>