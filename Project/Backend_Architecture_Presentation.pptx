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490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ENGINEERING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7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Multi-Framework APIs, Database Logic &amp; Real-Time Services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(core) · Node.js/Express (real-time) · Spring Boot (catalog)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2743200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 ·  SECTION 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Sai Kaushik   •   Ch. Ganesh   •   A. Sai Charan Teja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·  KL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pt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185678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7647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API Architecture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45920" y="211226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Routers, services, repositories — how FastAPI is organized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ppt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61" y="2908341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8163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+ AI Retrieval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45920" y="316382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procedures, views, and the pgvector-powered doubt solver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88620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/home/claude/ppt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3959901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8679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Multi-Framework Services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45920" y="421538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for real-time, Spring Boot for the catalog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93776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/home/claude/ppt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61" y="5011461"/>
            <a:ext cx="419527" cy="4195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49194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645920" y="526694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three services connect to the frontend and databases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Frameworks, Three Jobs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backend owns exactly one concern — no overlap, no shared write access.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38144" cy="393192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438144" cy="137160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6" name="Shape 4"/>
          <p:cNvSpPr/>
          <p:nvPr/>
        </p:nvSpPr>
        <p:spPr>
          <a:xfrm>
            <a:off x="1993392" y="21488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/icons/fastapi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490" y="224393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+ AI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8895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courses, doubts, RAG pipeline — SQLAlchemy, Motor, pgvector, JWT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61104" y="1783080"/>
            <a:ext cx="3438144" cy="393192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1104" y="1783080"/>
            <a:ext cx="3438144" cy="1371600"/>
          </a:xfrm>
          <a:prstGeom prst="rect">
            <a:avLst/>
          </a:prstGeom>
          <a:solidFill>
            <a:srgbClr val="A8742C"/>
          </a:solidFill>
          <a:ln/>
        </p:spPr>
      </p:sp>
      <p:sp>
        <p:nvSpPr>
          <p:cNvPr id="13" name="Shape 10"/>
          <p:cNvSpPr/>
          <p:nvPr/>
        </p:nvSpPr>
        <p:spPr>
          <a:xfrm>
            <a:off x="5614416" y="21488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/home/claude/ppt/icons/nod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514" y="224393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98264" y="329184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/ Express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398264" y="365760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layer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35424" y="4069080"/>
            <a:ext cx="28895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live updates, Mongoose, Redis caching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82128" y="1783080"/>
            <a:ext cx="3438144" cy="393192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882128" y="1783080"/>
            <a:ext cx="3438144" cy="1371600"/>
          </a:xfrm>
          <a:prstGeom prst="rect">
            <a:avLst/>
          </a:prstGeom>
          <a:solidFill>
            <a:srgbClr val="6E2A32"/>
          </a:solidFill>
          <a:ln/>
        </p:spPr>
      </p:sp>
      <p:sp>
        <p:nvSpPr>
          <p:cNvPr id="20" name="Shape 16"/>
          <p:cNvSpPr/>
          <p:nvPr/>
        </p:nvSpPr>
        <p:spPr>
          <a:xfrm>
            <a:off x="9235440" y="21488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2" descr="/home/claude/ppt/icons/spring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38" y="2243938"/>
            <a:ext cx="541325" cy="5413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19288" y="329184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019288" y="365760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reads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156448" y="4069080"/>
            <a:ext cx="28895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over PostgreSQL, Spring Security, Actuator, OpenAPI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— Layered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separation of concerns, not a monolith with routes bolted 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93876" y="1874520"/>
            <a:ext cx="960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8196" y="2162556"/>
            <a:ext cx="566928" cy="566928"/>
          </a:xfrm>
          <a:prstGeom prst="ellipse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897" y="2236257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91156" y="2039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391156" y="24414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users · courses · modules · content · doubts — HTTP in, Pydantic out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94476" y="3017520"/>
            <a:ext cx="0" cy="502920"/>
          </a:xfrm>
          <a:prstGeom prst="line">
            <a:avLst/>
          </a:prstGeom>
          <a:noFill/>
          <a:ln w="19050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293876" y="3520440"/>
            <a:ext cx="960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68196" y="3808476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ppt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897" y="3882177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91156" y="3685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391156" y="4087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RAG pipeline, enrollment rules, doubt-resolution flow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4476" y="4663440"/>
            <a:ext cx="0" cy="502920"/>
          </a:xfrm>
          <a:prstGeom prst="line">
            <a:avLst/>
          </a:prstGeom>
          <a:noFill/>
          <a:ln w="19050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1293876" y="5166360"/>
            <a:ext cx="960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568196" y="5454396"/>
            <a:ext cx="566928" cy="566928"/>
          </a:xfrm>
          <a:prstGeom prst="ellipse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/home/claude/ppt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897" y="5528097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91156" y="5330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391156" y="5733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access — SQLAlchemy queries (Postgres), Motor queries (Mongo)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— Transactions &amp; Stored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logic that lives in PostgreSQL itself, not just in application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38144" cy="356616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7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trg_mark_doubt_answered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2980944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29809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flips a doubt's status to 'answered' the moment a response row is inserted — enforced at the database level, not the application.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1104" y="1828800"/>
            <a:ext cx="3438144" cy="356616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9704" y="21031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9704" y="251460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7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enroll_student()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9704" y="2971800"/>
            <a:ext cx="2980944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3154680"/>
            <a:ext cx="29809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a student in a course idempotently — safe to call repeatedly without creating duplicate enrollment rows.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82128" y="1828800"/>
            <a:ext cx="3438144" cy="3566160"/>
          </a:xfrm>
          <a:prstGeom prst="rect">
            <a:avLst/>
          </a:prstGeom>
          <a:solidFill>
            <a:srgbClr val="ECEAE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10728" y="21031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0728" y="251460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7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course_doubt_analytics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0728" y="2971800"/>
            <a:ext cx="2980944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0728" y="3154680"/>
            <a:ext cx="29809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doubt counts (total / pending / answered) per course, powering the instructor analytics endpoint.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Doubt Solver — Retrieval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course content, grounded in what's actually retrieved.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764" y="2455896"/>
            <a:ext cx="446593" cy="446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question is embedded into a vector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3429000"/>
            <a:ext cx="155448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761488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42716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ppt/icons/ve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172" y="2455896"/>
            <a:ext cx="446593" cy="4465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52928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98648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cosine similarity over content_embeddings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27448" y="3429000"/>
            <a:ext cx="155448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882896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64124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/home/claude/ppt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580" y="2455896"/>
            <a:ext cx="446593" cy="4465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74336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20056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matching course_content chunks returned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848856" y="3429000"/>
            <a:ext cx="155448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004304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85532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/home/claude/ppt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988" y="2455896"/>
            <a:ext cx="446593" cy="4465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95744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141464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synthesized from the retrieved content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970264" y="3429000"/>
            <a:ext cx="155448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125712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806940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4" descr="/home/claude/ppt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396" y="2455896"/>
            <a:ext cx="446593" cy="4465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17152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262872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doubt_responses + doubt_response_sources saved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FastAPI — Two More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called directly by the frontend for one specific feature.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9516" y="1828800"/>
            <a:ext cx="5212080" cy="77724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5" name="Shape 3"/>
          <p:cNvSpPr/>
          <p:nvPr/>
        </p:nvSpPr>
        <p:spPr>
          <a:xfrm>
            <a:off x="882396" y="1938528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nod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0985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3916" y="19842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realtime-service (Node.js)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5236" y="2907792"/>
            <a:ext cx="91440" cy="91440"/>
          </a:xfrm>
          <a:prstGeom prst="ellipse">
            <a:avLst/>
          </a:prstGeom>
          <a:solidFill>
            <a:srgbClr val="28333A"/>
          </a:solidFill>
          <a:ln/>
        </p:spPr>
      </p:sp>
      <p:sp>
        <p:nvSpPr>
          <p:cNvPr id="9" name="Text 6"/>
          <p:cNvSpPr/>
          <p:nvPr/>
        </p:nvSpPr>
        <p:spPr>
          <a:xfrm>
            <a:off x="973836" y="27614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— live doubt-status updates pushed to the student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" y="3566160"/>
            <a:ext cx="91440" cy="91440"/>
          </a:xfrm>
          <a:prstGeom prst="ellipse">
            <a:avLst/>
          </a:prstGeom>
          <a:solidFill>
            <a:srgbClr val="28333A"/>
          </a:solidFill>
          <a:ln/>
        </p:spPr>
      </p:sp>
      <p:sp>
        <p:nvSpPr>
          <p:cNvPr id="11" name="Text 8"/>
          <p:cNvSpPr/>
          <p:nvPr/>
        </p:nvSpPr>
        <p:spPr>
          <a:xfrm>
            <a:off x="973836" y="34198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JWT verification (same secret as FastAPI)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" y="4224528"/>
            <a:ext cx="91440" cy="91440"/>
          </a:xfrm>
          <a:prstGeom prst="ellipse">
            <a:avLst/>
          </a:prstGeom>
          <a:solidFill>
            <a:srgbClr val="28333A"/>
          </a:solidFill>
          <a:ln/>
        </p:spPr>
      </p:sp>
      <p:sp>
        <p:nvSpPr>
          <p:cNvPr id="13" name="Text 10"/>
          <p:cNvSpPr/>
          <p:nvPr/>
        </p:nvSpPr>
        <p:spPr>
          <a:xfrm>
            <a:off x="973836" y="40782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 over course_assets / doubt_attachments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" y="4882896"/>
            <a:ext cx="91440" cy="91440"/>
          </a:xfrm>
          <a:prstGeom prst="ellipse">
            <a:avLst/>
          </a:prstGeom>
          <a:solidFill>
            <a:srgbClr val="28333A"/>
          </a:solidFill>
          <a:ln/>
        </p:spPr>
      </p:sp>
      <p:sp>
        <p:nvSpPr>
          <p:cNvPr id="15" name="Text 12"/>
          <p:cNvSpPr/>
          <p:nvPr/>
        </p:nvSpPr>
        <p:spPr>
          <a:xfrm>
            <a:off x="973836" y="47365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frequently-read course assets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77356" y="1828800"/>
            <a:ext cx="5212080" cy="777240"/>
          </a:xfrm>
          <a:prstGeom prst="rect">
            <a:avLst/>
          </a:prstGeom>
          <a:solidFill>
            <a:srgbClr val="6E2A32"/>
          </a:solidFill>
          <a:ln/>
        </p:spPr>
      </p:sp>
      <p:sp>
        <p:nvSpPr>
          <p:cNvPr id="17" name="Shape 14"/>
          <p:cNvSpPr/>
          <p:nvPr/>
        </p:nvSpPr>
        <p:spPr>
          <a:xfrm>
            <a:off x="6460236" y="1938528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claude/ppt/icons/spring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2009851"/>
            <a:ext cx="405994" cy="40599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91756" y="19842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catalog-service (Spring Boot)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323076" y="2907792"/>
            <a:ext cx="91440" cy="91440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1" name="Text 17"/>
          <p:cNvSpPr/>
          <p:nvPr/>
        </p:nvSpPr>
        <p:spPr>
          <a:xfrm>
            <a:off x="6551676" y="27614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repository reading the courses/modules tables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323076" y="3566160"/>
            <a:ext cx="91440" cy="91440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3" name="Text 19"/>
          <p:cNvSpPr/>
          <p:nvPr/>
        </p:nvSpPr>
        <p:spPr>
          <a:xfrm>
            <a:off x="6551676" y="34198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JWT filter (validate-only, no login here)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323076" y="4224528"/>
            <a:ext cx="91440" cy="91440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5" name="Text 21"/>
          <p:cNvSpPr/>
          <p:nvPr/>
        </p:nvSpPr>
        <p:spPr>
          <a:xfrm>
            <a:off x="6551676" y="40782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 — Swagger UI out of the box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323076" y="4882896"/>
            <a:ext cx="91440" cy="91440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7" name="Text 23"/>
          <p:cNvSpPr/>
          <p:nvPr/>
        </p:nvSpPr>
        <p:spPr>
          <a:xfrm>
            <a:off x="6551676" y="47365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@Async endpoint demonstrating async task handling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services connect to the frontend and the databases.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351276" y="1463040"/>
            <a:ext cx="5486400" cy="50292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5" name="Text 3"/>
          <p:cNvSpPr/>
          <p:nvPr/>
        </p:nvSpPr>
        <p:spPr>
          <a:xfrm>
            <a:off x="3351276" y="1463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2528316" y="1965960"/>
            <a:ext cx="3566160" cy="36576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82396" y="2331720"/>
            <a:ext cx="3291840" cy="685800"/>
          </a:xfrm>
          <a:prstGeom prst="rect">
            <a:avLst/>
          </a:prstGeom>
          <a:solidFill>
            <a:srgbClr val="28333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46988" y="2436876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ppt/icons/fastapi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801" y="2498689"/>
            <a:ext cx="351861" cy="3518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59636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(core)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28316" y="3017520"/>
            <a:ext cx="0" cy="45720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82396" y="347472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9556" y="3474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(shared)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94476" y="1965960"/>
            <a:ext cx="9144" cy="36576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448556" y="2331720"/>
            <a:ext cx="3291840" cy="685800"/>
          </a:xfrm>
          <a:prstGeom prst="rect">
            <a:avLst/>
          </a:prstGeom>
          <a:solidFill>
            <a:srgbClr val="A8742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3148" y="2436876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1" descr="/home/claude/ppt/icons/nod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961" y="2498689"/>
            <a:ext cx="351861" cy="3518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25796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(real-time)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94476" y="3017520"/>
            <a:ext cx="0" cy="45720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448556" y="347472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7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85716" y="3474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(shared)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Redis cache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94476" y="1965960"/>
            <a:ext cx="3566160" cy="36576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014716" y="2331720"/>
            <a:ext cx="3291840" cy="685800"/>
          </a:xfrm>
          <a:prstGeom prst="rect">
            <a:avLst/>
          </a:prstGeom>
          <a:solidFill>
            <a:srgbClr val="6E2A3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79308" y="2436876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2" descr="/home/claude/ppt/icons/spring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21" y="2498689"/>
            <a:ext cx="351861" cy="35186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91956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(catalog)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660636" y="3017520"/>
            <a:ext cx="0" cy="45720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8014716" y="347472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7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151876" y="3474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(read)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40080" y="5440680"/>
            <a:ext cx="10881360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deliberately: no API gateway or service mesh between these three — each is called directly by the frontend. Full microservices decomposition (CO5) is the planned next step.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490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2743200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 ·  SECTION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Sai Kaushik   •   Ch. Ganesh   •   A. Sai Charan Teja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·  KL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2026-10-03T08:59:43Z</dcterms:created>
  <dcterms:modified xsi:type="dcterms:W3CDTF">2026-10-03T08:59:43Z</dcterms:modified>
</cp:coreProperties>
</file>